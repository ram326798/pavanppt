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dia" TargetMode="External"/><Relationship Id="rId7" Type="http://schemas.openxmlformats.org/officeDocument/2006/relationships/hyperlink" Target="https://en.wikipedia.org/wiki/Germany" TargetMode="External"/><Relationship Id="rId2" Type="http://schemas.openxmlformats.org/officeDocument/2006/relationships/hyperlink" Target="https://en.wikipedia.org/wiki/Suspension_railwa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H-Bahn" TargetMode="External"/><Relationship Id="rId5" Type="http://schemas.openxmlformats.org/officeDocument/2006/relationships/hyperlink" Target="https://en.wikipedia.org/wiki/Wuppertal_Schwebebahn" TargetMode="External"/><Relationship Id="rId4" Type="http://schemas.openxmlformats.org/officeDocument/2006/relationships/hyperlink" Target="https://en.wikipedia.org/wiki/Konkan_Railway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8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4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49" y="-1555"/>
            <a:ext cx="7352651" cy="6858000"/>
          </a:xfrm>
        </p:spPr>
      </p:pic>
      <p:sp>
        <p:nvSpPr>
          <p:cNvPr id="5" name="Rectangle 4"/>
          <p:cNvSpPr/>
          <p:nvPr/>
        </p:nvSpPr>
        <p:spPr>
          <a:xfrm>
            <a:off x="84614" y="159481"/>
            <a:ext cx="468910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US" sz="60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CONTENTS</a:t>
            </a:r>
            <a:endParaRPr lang="en-US" sz="6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051" y="1195543"/>
            <a:ext cx="413767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US" sz="3600" b="1" cap="none" spc="0" dirty="0" smtClean="0">
                <a:ln/>
                <a:solidFill>
                  <a:schemeClr val="accent4"/>
                </a:solidFill>
                <a:effectLst/>
              </a:rPr>
              <a:t>INTRODUCTION</a:t>
            </a:r>
          </a:p>
          <a:p>
            <a:pPr algn="ctr"/>
            <a:endParaRPr lang="en-US" sz="36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3051" y="1749541"/>
            <a:ext cx="382187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US" sz="3600" b="1" cap="none" spc="0" dirty="0" smtClean="0">
                <a:ln/>
                <a:solidFill>
                  <a:schemeClr val="accent3"/>
                </a:solidFill>
                <a:effectLst/>
              </a:rPr>
              <a:t>COMPONENTS</a:t>
            </a:r>
            <a:endParaRPr lang="en-US" sz="36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051" y="2344696"/>
            <a:ext cx="476444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US" sz="32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WORKING PRINCIPLE</a:t>
            </a:r>
            <a:endParaRPr lang="en-US" sz="32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3051" y="2919093"/>
            <a:ext cx="365574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US" sz="36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ADVANTAGES</a:t>
            </a:r>
            <a:endParaRPr lang="en-US" sz="36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13573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US" sz="6000" dirty="0" smtClean="0">
                <a:solidFill>
                  <a:srgbClr val="00B0F0"/>
                </a:solidFill>
              </a:rPr>
              <a:t>PIC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sz="6000" dirty="0" smtClean="0">
                <a:solidFill>
                  <a:srgbClr val="00B0F0"/>
                </a:solidFill>
              </a:rPr>
              <a:t>PETLAND</a:t>
            </a:r>
            <a:endParaRPr lang="en-US" sz="6000" dirty="0">
              <a:solidFill>
                <a:srgbClr val="00B0F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1559"/>
            <a:ext cx="12192000" cy="472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76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smtClean="0"/>
              <a:t>WHAT IS SKY BUS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 err="1"/>
              <a:t>Skybus</a:t>
            </a:r>
            <a:r>
              <a:rPr lang="en-US" b="1" dirty="0"/>
              <a:t> Metro</a:t>
            </a:r>
            <a:r>
              <a:rPr lang="en-US" dirty="0"/>
              <a:t> was a prototype </a:t>
            </a:r>
            <a:r>
              <a:rPr lang="en-US" dirty="0">
                <a:hlinkClick r:id="rId2" tooltip="Suspension railway"/>
              </a:rPr>
              <a:t>suspended railway</a:t>
            </a:r>
            <a:r>
              <a:rPr lang="en-US" dirty="0"/>
              <a:t> system by </a:t>
            </a:r>
            <a:r>
              <a:rPr lang="en-US" dirty="0">
                <a:hlinkClick r:id="rId3" tooltip="India"/>
              </a:rPr>
              <a:t>Indian</a:t>
            </a:r>
            <a:r>
              <a:rPr lang="en-US" dirty="0"/>
              <a:t> technologist B. </a:t>
            </a:r>
            <a:r>
              <a:rPr lang="en-US" dirty="0" err="1"/>
              <a:t>Rajaram</a:t>
            </a:r>
            <a:r>
              <a:rPr lang="en-US" dirty="0"/>
              <a:t> with the </a:t>
            </a:r>
            <a:r>
              <a:rPr lang="en-US" dirty="0">
                <a:hlinkClick r:id="rId4" tooltip="Konkan Railway"/>
              </a:rPr>
              <a:t>Konkan Railway</a:t>
            </a:r>
            <a:r>
              <a:rPr lang="en-US" dirty="0" smtClean="0"/>
              <a:t>.</a:t>
            </a:r>
            <a:endParaRPr lang="en-US" baseline="30000" dirty="0"/>
          </a:p>
          <a:p>
            <a:r>
              <a:rPr lang="en-US" dirty="0"/>
              <a:t> The system consisted of an elevated track with the cars suspended below, similar to the </a:t>
            </a:r>
            <a:r>
              <a:rPr lang="en-US" dirty="0">
                <a:hlinkClick r:id="rId5" tooltip="Wuppertal Schwebebahn"/>
              </a:rPr>
              <a:t>Wuppertal </a:t>
            </a:r>
            <a:r>
              <a:rPr lang="en-US" dirty="0" err="1">
                <a:hlinkClick r:id="rId5" tooltip="Wuppertal Schwebebahn"/>
              </a:rPr>
              <a:t>Schwebebahn</a:t>
            </a:r>
            <a:r>
              <a:rPr lang="en-US" dirty="0"/>
              <a:t> or </a:t>
            </a:r>
            <a:r>
              <a:rPr lang="en-US" dirty="0">
                <a:hlinkClick r:id="rId6" tooltip="H-Bahn"/>
              </a:rPr>
              <a:t>H-</a:t>
            </a:r>
            <a:r>
              <a:rPr lang="en-US" dirty="0" err="1">
                <a:hlinkClick r:id="rId6" tooltip="H-Bahn"/>
              </a:rPr>
              <a:t>Bahn</a:t>
            </a:r>
            <a:r>
              <a:rPr lang="en-US" dirty="0"/>
              <a:t> systems in </a:t>
            </a:r>
            <a:r>
              <a:rPr lang="en-US" dirty="0">
                <a:hlinkClick r:id="rId7" tooltip="Germany"/>
              </a:rPr>
              <a:t>Germany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840509" y="3288243"/>
            <a:ext cx="9589741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6A6A6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SkyBus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54545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is a greener way to travel. When delegates choose to travel on 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6A6A6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SkyBus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54545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54545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between the Airport and the city they all leave a smaller carbon footprint. 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6A6A6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SkyBus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54545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54545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4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smtClean="0"/>
              <a:t>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5"/>
                </a:solidFill>
              </a:rPr>
              <a:t>SKY WAY</a:t>
            </a:r>
            <a:endParaRPr lang="en-US" sz="4000" dirty="0">
              <a:solidFill>
                <a:schemeClr val="accent5"/>
              </a:solidFill>
            </a:endParaRPr>
          </a:p>
          <a:p>
            <a:r>
              <a:rPr lang="en-US" sz="4000" dirty="0" smtClean="0">
                <a:solidFill>
                  <a:schemeClr val="accent5"/>
                </a:solidFill>
              </a:rPr>
              <a:t>SKY BOGIE</a:t>
            </a:r>
          </a:p>
          <a:p>
            <a:r>
              <a:rPr lang="en-US" sz="4000" dirty="0" smtClean="0">
                <a:solidFill>
                  <a:schemeClr val="accent5"/>
                </a:solidFill>
              </a:rPr>
              <a:t>SKY COACH</a:t>
            </a:r>
          </a:p>
          <a:p>
            <a:r>
              <a:rPr lang="en-US" sz="4000" dirty="0" smtClean="0">
                <a:solidFill>
                  <a:schemeClr val="accent5"/>
                </a:solidFill>
              </a:rPr>
              <a:t>SKY STATION</a:t>
            </a:r>
            <a:endParaRPr lang="en-US" sz="4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03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3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 smtClean="0">
                <a:solidFill>
                  <a:srgbClr val="00B0F0"/>
                </a:solidFill>
              </a:rPr>
              <a:t>SKY BOGIE</a:t>
            </a:r>
            <a:endParaRPr lang="en-US" sz="5400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C000"/>
                </a:solidFill>
              </a:rPr>
              <a:t>STANDARD TWO AXLE BOGIES</a:t>
            </a:r>
          </a:p>
          <a:p>
            <a:r>
              <a:rPr lang="en-US" sz="2800" dirty="0" smtClean="0">
                <a:solidFill>
                  <a:srgbClr val="FFC000"/>
                </a:solidFill>
              </a:rPr>
              <a:t>SPEED 100 KMPH (MAX 160 KMPH)</a:t>
            </a:r>
          </a:p>
          <a:p>
            <a:r>
              <a:rPr lang="en-US" sz="2800" dirty="0" smtClean="0">
                <a:solidFill>
                  <a:srgbClr val="FFC000"/>
                </a:solidFill>
              </a:rPr>
              <a:t>LINEAR INDUCTION MOTOR – TO BE DRIVEN</a:t>
            </a:r>
          </a:p>
          <a:p>
            <a:r>
              <a:rPr lang="en-US" sz="2800" dirty="0" smtClean="0">
                <a:solidFill>
                  <a:srgbClr val="FFC000"/>
                </a:solidFill>
              </a:rPr>
              <a:t>DISC OF EMERGENCY BRAKES</a:t>
            </a:r>
            <a:endParaRPr lang="en-US" sz="2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38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7891942121634C977A08BFB2D46288" ma:contentTypeVersion="9" ma:contentTypeDescription="Create a new document." ma:contentTypeScope="" ma:versionID="490856e180fb5ca595ce3c63bfde4f5d">
  <xsd:schema xmlns:xsd="http://www.w3.org/2001/XMLSchema" xmlns:xs="http://www.w3.org/2001/XMLSchema" xmlns:p="http://schemas.microsoft.com/office/2006/metadata/properties" xmlns:ns3="3d3eed34-83fa-4c3a-bb9c-e7a80e8b76bd" xmlns:ns4="09379cd8-f6c1-4bb2-9e7d-9d50e4bb16ec" targetNamespace="http://schemas.microsoft.com/office/2006/metadata/properties" ma:root="true" ma:fieldsID="037f194f3397f7ce76cdd935a8714930" ns3:_="" ns4:_="">
    <xsd:import namespace="3d3eed34-83fa-4c3a-bb9c-e7a80e8b76bd"/>
    <xsd:import namespace="09379cd8-f6c1-4bb2-9e7d-9d50e4bb16e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3eed34-83fa-4c3a-bb9c-e7a80e8b76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379cd8-f6c1-4bb2-9e7d-9d50e4bb16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74DAED-F8BF-4653-BD81-8FAE11AD41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3eed34-83fa-4c3a-bb9c-e7a80e8b76bd"/>
    <ds:schemaRef ds:uri="09379cd8-f6c1-4bb2-9e7d-9d50e4bb16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71F161-E62A-4AB9-B5FB-F797EEC7DD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F356A6-8641-4308-9AE7-AAED20AAFF30}">
  <ds:schemaRefs>
    <ds:schemaRef ds:uri="http://schemas.microsoft.com/office/infopath/2007/PartnerControls"/>
    <ds:schemaRef ds:uri="http://www.w3.org/XML/1998/namespace"/>
    <ds:schemaRef ds:uri="http://purl.org/dc/elements/1.1/"/>
    <ds:schemaRef ds:uri="http://purl.org/dc/terms/"/>
    <ds:schemaRef ds:uri="3d3eed34-83fa-4c3a-bb9c-e7a80e8b76bd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09379cd8-f6c1-4bb2-9e7d-9d50e4bb16ec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</TotalTime>
  <Words>140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PIC PETLAND</vt:lpstr>
      <vt:lpstr>WHAT IS SKY BUS ?</vt:lpstr>
      <vt:lpstr>COMPONENTS</vt:lpstr>
      <vt:lpstr>PowerPoint Presentation</vt:lpstr>
      <vt:lpstr>SKY BOGIE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Chimmani, Ramakrishna (Cognizant)</dc:creator>
  <cp:lastModifiedBy>Chimmani, Ramakrishna (Cognizant)</cp:lastModifiedBy>
  <cp:revision>6</cp:revision>
  <dcterms:created xsi:type="dcterms:W3CDTF">2020-08-13T14:53:53Z</dcterms:created>
  <dcterms:modified xsi:type="dcterms:W3CDTF">2020-08-13T15:43:16Z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0x010100237891942121634C977A08BFB2D46288</vt:lpwstr>
  </property>
</Properties>
</file>